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OPENING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7352D"/>
                </a:solidFill>
              </a:rPr>
              <a:t>Vaak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8346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8C70"/>
                </a:solidFill>
              </a:rPr>
              <a:t>Setu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8C70"/>
                </a:solidFill>
              </a:rPr>
              <a:t>Bridging Language Gaps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87068"/>
                </a:solidFill>
              </a:rPr>
              <a:t>Offline multilingual intelligence for Hindi, English, and Marathi across text, audio, video, and documents.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C70"/>
                </a:solidFill>
              </a:rPr>
              <a:t>Privacy first   ·   Offline first   ·   Offline ↔ Online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01 / 07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02 / USP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68C70"/>
                </a:solidFill>
              </a:rPr>
              <a:t>WHY VAAKSETU?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52D"/>
                </a:solidFill>
              </a:rPr>
              <a:t>Built for the places where cloud-first tools fall short.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7068"/>
                </a:solidFill>
              </a:rPr>
              <a:t>A simple, private workspace that keeps the complete translation journey together.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6334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5528" y="310896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Ease of Use · Multilingual UI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566160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Read and operate VaakSetu in your preferred language.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0994" y="2468880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2162" y="26334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82162" y="310896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Works Without Internet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82162" y="3566160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Local AI for bandwidth-constrained and air-gapped environments.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7628" y="2468880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8796" y="26334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68796" y="310896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Multimodal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68796" y="3566160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One experience for text, audio, and video.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54262" y="2468880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5430" y="26334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↻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55430" y="3108960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Flexible Translation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55430" y="3566160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Hindi, English, and Marathi with IndicTrans2 and NLLB.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694176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85876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⌁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" y="4334256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Auto-Select Models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" y="4791456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Choose the best model for available hardware.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0994" y="3694176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2162" y="385876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⇄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582162" y="4334256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Format Converter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82162" y="4791456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Convert audio and text for the next workflow step.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7628" y="3694176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8796" y="385876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📖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68796" y="4334256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Local Glossary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8796" y="4791456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Keep trusted terminology consistent across translations.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54262" y="3694176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5430" y="385876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💬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55430" y="4334256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Query Documents in Your Language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55430" y="4791456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Ask questions and get answers in your language.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4919472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50840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🎬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95528" y="5559552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On-screen Video Converter and Player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95528" y="6016752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Convert, preview, and play video in one place.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80994" y="4919472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2162" y="50840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🕘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582162" y="5559552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History Panel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3582162" y="6016752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Reopen translations, media jobs, and exports.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67628" y="4919472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8796" y="50840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🧭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368796" y="5559552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Ease of Use · Single-Page Application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368796" y="6016752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Keep the complete workflow together in one workspace.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954262" y="4919472"/>
            <a:ext cx="2658618" cy="1097280"/>
          </a:xfrm>
          <a:prstGeom prst="roundRect">
            <a:avLst>
              <a:gd name="adj" fmla="val 6667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55430" y="508406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↔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9155430" y="5559552"/>
            <a:ext cx="2256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Offline ↔ Online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155430" y="6016752"/>
            <a:ext cx="2256282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Private local processing with optional online fallback.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02 / 07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03 / DEMO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68C70"/>
                </a:solidFill>
              </a:rPr>
              <a:t>Live product walkthrough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68C70"/>
                </a:solidFill>
              </a:rPr>
              <a:t>DEMO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32004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7068"/>
                </a:solidFill>
              </a:rPr>
              <a:t>From input to translated, useful output.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03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04 / TECHNICAL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68C70"/>
                </a:solidFill>
              </a:rPr>
              <a:t>END-TO-END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52D"/>
                </a:solidFill>
              </a:rPr>
              <a:t>One application. Multiple AI engines.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87068"/>
                </a:solidFill>
              </a:rPr>
              <a:t>Input handling, media processing, speech extraction, translation, and delivery.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87068"/>
                </a:solidFill>
              </a:rPr>
              <a:t>USER INPUT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31720" y="2423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87068"/>
                </a:solidFill>
              </a:rPr>
              <a:t>APPLICATION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87068"/>
                </a:solidFill>
              </a:rPr>
              <a:t>AI PROCESSING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95160" y="2423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6B47"/>
                </a:solidFill>
              </a:rPr>
              <a:t>TRANSLATION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326880" y="2423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8C70"/>
                </a:solidFill>
              </a:rPr>
              <a:t>OUTPUT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9077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" y="338328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" y="3840480"/>
            <a:ext cx="1106424" cy="-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documents / 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73075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" y="420624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AUDIO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" y="4663440"/>
            <a:ext cx="1106424" cy="-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mp3 / wav / m4a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891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45537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V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" y="502920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VIDEO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" y="5486400"/>
            <a:ext cx="1106424" cy="-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mp4 / mkv / mov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31720" y="274320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32888" y="29077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VS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532888" y="33832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VaakSetu App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532888" y="3840480"/>
            <a:ext cx="1517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Input language router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Offline / online switch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Multilingual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History · storage · export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743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9077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◎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64608" y="33832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Media Processing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864608" y="3840480"/>
            <a:ext cx="1517904" cy="-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FFmpeg preparation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1148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42793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◉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864608" y="47548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Whisper Large v3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864608" y="5212080"/>
            <a:ext cx="1517904" cy="-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Speech →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segments + timestamps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95160" y="274320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E3F1E8">
              <a:alpha val="97000"/>
            </a:srgbClr>
          </a:solidFill>
          <a:ln w="12700">
            <a:solidFill>
              <a:srgbClr val="A9D1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96328" y="29077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↔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196328" y="338328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Translation Layer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96328" y="3840480"/>
            <a:ext cx="151790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IndicTrans2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Facebook NLLB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Glossary-backed output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326880" y="274320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8048" y="29077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T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528048" y="338328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TEXT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528048" y="3840480"/>
            <a:ext cx="1472184" cy="-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translated output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26880" y="356616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28048" y="373075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S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528048" y="420624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SUBTITLES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528048" y="4663440"/>
            <a:ext cx="1472184" cy="-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SRT / VTT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326880" y="438912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28048" y="45537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M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528048" y="502920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MEDIA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528048" y="5486400"/>
            <a:ext cx="1472184" cy="-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translated workflow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011680" y="3090672"/>
            <a:ext cx="32004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2011680" y="3913632"/>
            <a:ext cx="32004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011680" y="4736592"/>
            <a:ext cx="32004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251960" y="3337560"/>
            <a:ext cx="411480" cy="-13716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251960" y="4480560"/>
            <a:ext cx="411480" cy="9144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583680" y="3200400"/>
            <a:ext cx="41148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583680" y="4572000"/>
            <a:ext cx="41148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915400" y="3200400"/>
            <a:ext cx="411480" cy="-109728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8915400" y="3886200"/>
            <a:ext cx="411480" cy="27432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8915400" y="4572000"/>
            <a:ext cx="411480" cy="164592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05 /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68C70"/>
                </a:solidFill>
              </a:rPr>
              <a:t>CLEAN LAYERS KEEP THE PRODUCT READY FOR THE REAL WORLD.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52D"/>
                </a:solidFill>
              </a:rPr>
              <a:t>Architecture that can change engines without changing the experience.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0545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FAF7"/>
                </a:solidFill>
              </a:rPr>
              <a:t>PRESENTATION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2331720"/>
            <a:ext cx="8869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4871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Next.js 16 · React 19 · Tailwind · shadcn/ui · Electron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1868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FAF7"/>
                </a:solidFill>
              </a:rPr>
              <a:t>APPLICATION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3044952"/>
            <a:ext cx="8869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2004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Input router · Offline/online switch · ModelSelector · Translators · DocumentChat · Format Converter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58184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31920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FAF7"/>
                </a:solidFill>
              </a:rPr>
              <a:t>AI PROCESSING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68880" y="3758184"/>
            <a:ext cx="8869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9136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Media processing · Whisper Large v3 · Transcript · Segments · Timestamps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71416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45152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FAF7"/>
                </a:solidFill>
              </a:rPr>
              <a:t>TRANSLATION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0" y="4471416"/>
            <a:ext cx="8869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62686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IndicTrans2 · Facebook NLLB · Glossary-backed terminology · Hindi · English · Marathi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1828800" cy="530352"/>
          </a:xfrm>
          <a:prstGeom prst="roundRect">
            <a:avLst>
              <a:gd name="adj" fmla="val 689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358384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BFAF7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5184648"/>
            <a:ext cx="886968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53400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IndicTTS · FFmpeg · Prisma · SQLite/Postgres · Job history · Storage · Export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617220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input  →  router  →  media processing  →  Whisper  →  translation  →  text / subtitles / media 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06 / IMPROVEMENTS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68C70"/>
                </a:solidFill>
              </a:rPr>
              <a:t>HOW CAN WE MAKE IT BETTER?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52D"/>
                </a:solidFill>
              </a:rPr>
              <a:t>The foundation is ready. These improvements expand VaakSetu’s reach, capability, and performance.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724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6968" y="320040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Richer models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" y="3657600"/>
            <a:ext cx="476402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Support stronger models for higher-computation hardware.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7249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320040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All 22 Indian languages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3657600"/>
            <a:ext cx="476402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Expand beyond Hindi, English, and Marathi with targeted language-layer changes.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325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" y="480060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Desktop application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6968" y="5257800"/>
            <a:ext cx="476402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Package the same offline-first workflow for direct installation.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1663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D6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4325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8C70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10528" y="480060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52D"/>
                </a:solidFill>
              </a:rPr>
              <a:t>Large-video performance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0528" y="5257800"/>
            <a:ext cx="476402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7068"/>
                </a:solidFill>
              </a:rPr>
              <a:t>Use chunking, parallel stages, resumable jobs, and optimized media handling.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06 / 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 VAAKSETU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68C70"/>
          </a:solidFill>
          <a:ln w="12700">
            <a:solidFill>
              <a:srgbClr val="168C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0" y="3108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30" kern="0" dirty="0">
                <a:solidFill>
                  <a:srgbClr val="587068"/>
                </a:solidFill>
              </a:rPr>
              <a:t>07 / Q&amp;A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6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68C70"/>
                </a:solidFill>
              </a:rPr>
              <a:t>Let us explore it together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7352D"/>
                </a:solidFill>
              </a:rPr>
              <a:t>Q&amp;A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274320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7068"/>
                </a:solidFill>
              </a:rPr>
              <a:t>Questions, ideas, and the next bridge to build.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35440" y="6629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938B"/>
                </a:solidFill>
              </a:rPr>
              <a:t>VAAKSETU  /  07 / 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VaakSetu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VaakSetu</dc:title>
  <dc:subject>VaakSetu pitch deck</dc:subject>
  <dc:creator>Team VaakSetu</dc:creator>
  <cp:lastModifiedBy>Team VaakSetu</cp:lastModifiedBy>
  <cp:revision>1</cp:revision>
  <dcterms:created xsi:type="dcterms:W3CDTF">2026-09-06T18:24:35Z</dcterms:created>
  <dcterms:modified xsi:type="dcterms:W3CDTF">2026-09-06T18:24:35Z</dcterms:modified>
</cp:coreProperties>
</file>